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0"/>
            <a:ext cx="5150815" cy="6858000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GVLA-Net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Geometric Vision-Language-Action Network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Breaking the Action Inference Wall from O(N) to O(log N)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04672" y="3657600"/>
            <a:ext cx="612648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action을 전부 비교하지 않고 찾을 수 없을까?</a:t>
            </a:r>
            <a:endParaRPr lang="en-US" sz="2200" dirty="0"/>
          </a:p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action space에서 더 가벼운 routing이 가능할까?</a:t>
            </a:r>
            <a:endParaRPr lang="en-US" sz="2200" dirty="0"/>
          </a:p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GVLA는 이 질문에서 출발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6126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GVLA-Net Proposal Deck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왜 지금 action head를 다시 봐야 하나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backbone은 커졌는데, 마지막 action interface는 아직 무겁다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146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17320"/>
            <a:ext cx="10972800" cy="4023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backbone은 계속 강해짐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그런데 action head는 여전히 후보를 많이 봐야 함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space가 커질수록 latency / memory 부담도 같이 커짐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60350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1722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멘트: 요즘 VLA는 backbone 쪽은 빠르게 좋아지고 있음 / 하지만 마지막 action selection은 큰 후보 집합을 직접 다루는 경우가 많음 / 그래서 action space가 커질수록 병목이 생길 수 있음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우리가 건드리고 싶은 지점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학습을 더 잘하는 문제보다, 추론을 더 싸게 만드는 문제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146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17320"/>
            <a:ext cx="10972800" cy="4023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요즘 VLA는 크게 세 방향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더 큰 backbone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더 나은 action representation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더 효율적인 inference / deployment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GVLA는 action interface와 routing cost에 집중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60350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1722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멘트: GVLA는 backbone을 바꾸려는 게 아님 / 학습이 무조건 더 잘된다는 주장도 아님 / 추론 시점의 action routing cost를 어떻게 줄일지에 초점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우리가 바꾸려는 것 / 안 바꾸려는 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VLA 전체가 아니라 action inference interface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146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바꾸려는 것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17920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안 바꾸려는 것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466344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action scoring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큰 discrete action dictionary를 직접 비교하는 구조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선형 탐색형 action routing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09360" y="1645920"/>
            <a:ext cx="484632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encoder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backbone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 / memory / world model 전체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데이터셋 자체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11480" y="60350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1722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멘트: OpenVLA나 Octo 전체를 갈아엎자는 얘기는 아님 / backbone이 latent를 만든 뒤 마지막에 action으로 보내는 인터페이스를 다시 설계해보자는 제안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주장 범위와 flow matching 관계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improvement라기보다 inference improvement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146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17320"/>
            <a:ext cx="10972800" cy="4023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직접 겨냥: large action regime latency, memory cost, dense enumeration 비효율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직접 주장 안 함: 학습이 항상 더 잘 됨, 모든 continuous policy 대체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classification head / token-level routing은 직접 비교 대상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diffusion / flow matching은 완전한 1:1 대체 관계로 보기 어려움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더 정확한 표현: action interface 쪽의 다른 선택지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60350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1722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멘트: 현실적으로 주장할 수 있는 범위를 지키는 게 중요 / flow matching 전체를 대체한다고 말하면 무리 / action을 어떻게 parameterize하고 추론할지에 대한 대안으로 제시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왜 기존 방식이 무거워지는가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후보를 전부 보는 구조라서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146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417320"/>
            <a:ext cx="4937760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27048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score_i = &lt;s, a_i&gt;,  i = 1, ..., 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= argmax_i score_i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897880" y="1389888"/>
            <a:ext cx="5486400" cy="3017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후보 수 N만큼 비교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메모리도 N에 따라 커짐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space가 커질수록 선형적으로 부담 증가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11480" y="60350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1722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멘트: softmax 자체가 문제라기보다 모든 후보를 직접 보는 구조가 문제 / 후보가 작을 때는 괜찮지만 3만 개, 100만 개로 가면 부담이 커짐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양자역학에서 가져온 직관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직교한 관측은 중복이 적다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146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17320"/>
            <a:ext cx="10972800" cy="4023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orthogonal measurement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겹치지 않는 정보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독립적인 질문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routing에 이 직관을 가져오기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60350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1722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멘트: 공식을 그대로 가져온 건 아님 / 직교한 관측은 서로 중복이 적다는 직관을 가져옴 / latent action space에서 각 projection이 다른 질문 역할을 할 수 있다고 봄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핵심 아이디어와 수식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다 점수 매기지 말고, 질문으로 좁혀 가기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146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417320"/>
            <a:ext cx="4937760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27048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in R^d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in R^(k x d),  k = ceil(log2 N)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W 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sign(y)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L_ortho = ||W W^T - I||_F^2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897880" y="1389888"/>
            <a:ext cx="5486400" cy="3017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기존: 모든 action 후보를 직접 점수 매김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GVLA: k = ceil(log2 N)개의 binary question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각 질문의 답을 bit로 모아서 action code 생성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질문 방향 W도 같이 학습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11480" y="60350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1722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멘트: scoring에서 routing으로 바꾸는 것이 핵심 / latent를 몇 개의 방향으로 투영하고 부호를 보며 bit를 만듦 / 이 방향들이 서로 최대한 겹치지 않게 학습됨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왜 직교이고 왜 log N인가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bit 수만 많다고 정보가 늘어나는 건 아님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146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417320"/>
            <a:ext cx="4937760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27048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2^k &gt;= 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ceil(log2 N)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897880" y="1389888"/>
            <a:ext cx="5486400" cy="3017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비슷한 질문 = 중복된 bit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중복된 bit = 낮은 code capacity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orthogonality = 각 bit가 다른 정보 담당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N개를 구분하는 데 필요한 yes/no 질문 수가 log2(N)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11480" y="60350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1722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멘트: 질문끼리 비슷하면 같은 얘기를 반복하게 됨 / orthogonality는 예쁜 제약이 아니라 bit를 제대로 쓰기 위한 핵심 조건 / log N은 구현 트릭보다 정보량 관점에서 자연스럽게 나옴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실험에서 보여주고 싶은 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속도만이 아니라 구조와 해석까지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146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17320"/>
          <a:ext cx="10972800" cy="448056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실험 축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보고 싶은 질문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Scaling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action space가 커질수록 진짜 유리한가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Transplant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여러 backbone에서도 통하는가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Orthogonality ablation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직교성이 진짜 핵심인가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Entropy / correlation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내부 메커니즘이 보이는가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Tracking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control 쪽에서도 의미가 있는가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60350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61722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멘트: 실험 하나만 잘 나오면 부족하다고 생각 / 속도, 구조, 메커니즘, 응용성, 범용성을 따로 나눠서 봄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1. Scaling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space가 커질수록 gap이 어떻게 변하나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146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17320"/>
            <a:ext cx="10972800" cy="4023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배경: GVLA의 핵심 가설은 large action regime에서 더 잘 드러남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세팅: N = 1,024 / 32,768 / 1,048,576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head vs GVLA head latency 비교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60350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1722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멘트: 절대 시간 자랑이 목적은 아님 / N이 커질수록 두 방식의 scaling 모양이 얼마나 다르게 보이느냐가 핵심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1. Scaling Result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N이 커질수록 GVLA 쪽 advantage가 커짐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146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/home/introai11/.agile/users/hsjung/projects/GVLA-Net/experiments/results/figures/fig_pareto_efficienc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5669280" cy="324612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25880"/>
          <a:ext cx="5212080" cy="3337560"/>
        </p:xfrm>
        <a:graphic>
          <a:graphicData uri="http://schemas.openxmlformats.org/drawingml/2006/table">
            <a:tbl>
              <a:tblPr/>
              <a:tblGrid>
                <a:gridCol w="1303020"/>
                <a:gridCol w="1303020"/>
                <a:gridCol w="1303020"/>
                <a:gridCol w="13030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Num Actions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Dense Head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GVLA Head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Speedup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2.77 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0.136 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20.38x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32,768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13.05 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0.148 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88.03x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1,048,576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342.00 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0.142 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2410.31x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11480" y="60350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" y="61722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멘트: 중요한 건 숫자 하나보다 추세 / action space가 커질수록 GVLA 쪽이 더 유리해지는 모양이 분명히 보임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2. Cross-Backbone Transplant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한 모델 전용 trick인지 아닌지 보기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146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13/24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17320"/>
            <a:ext cx="10972800" cy="4023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배경: local trick이면 임팩트가 약함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세팅: Octo-Base / OpenVLA-7B / RT-2-X / pi0.5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여러 backbone에서 같은 방향성이 나오는지 확인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60350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1722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멘트: GVLA가 특정 backbone에서만 통하는 아이디어인지 아닌지를 보기 위한 실험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2. Universal Head Transplant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action regime에서 반복적으로 비슷한 방향성이 나옴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146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14/24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25880"/>
            <a:ext cx="1097280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backbone마다 절대값은 다름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그래도 large N으로 갈수록 advantage가 커지는 패턴은 반복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reduction도 꽤 큼</a:t>
            </a:r>
            <a:endParaRPr lang="en-US" sz="1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743200"/>
          <a:ext cx="10972800" cy="2651760"/>
        </p:xfrm>
        <a:graphic>
          <a:graphicData uri="http://schemas.openxmlformats.org/drawingml/2006/table">
            <a:tbl>
              <a:tblPr/>
              <a:tblGrid>
                <a:gridCol w="1567543"/>
                <a:gridCol w="1567543"/>
                <a:gridCol w="1567543"/>
                <a:gridCol w="1567543"/>
                <a:gridCol w="1567543"/>
                <a:gridCol w="1567543"/>
                <a:gridCol w="1567543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Dense 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GVLA 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Speedup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Dense MB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GVLA MB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Octo-Base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1,048,576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342.00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2410.31x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3072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0.059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OpenVLA-7B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1,048,576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44.02x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16384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RT-2-X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1,048,576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354.66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2072.11x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16384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pi0.5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1,048,576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10.94x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" y="60350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1722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멘트: 모든 setting에서 무조건 이긴다고 말할 필요는 없음 / 큰 action space로 갈수록 강점이 커진다고 말하는 편이 더 현실적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3. Orthogonality Ablation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직교성이 핵심이면, 깨졌을 때 성능도 같이 무너져야 함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146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15/24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17320"/>
            <a:ext cx="10972800" cy="4023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배경: orthogonality가 진짜 핵심인지 확인 필요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세팅: orthogonal reg. 유무 비교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collision rate / unique code ratio / row correlation 측정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60350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1722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멘트: orthogonality가 보기 좋아서 들어간 게 아니라는 점을 보여주기 위한 실험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3. Orthogonality Result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직교성이 깨지면 code quality가 눈에 띄게 나빠짐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146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16/24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/home/introai11/.agile/users/hsjung/projects/GVLA-Net/experiments/results/figures/ablation_orthogonality_pap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5669280" cy="3246120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25880"/>
          <a:ext cx="5212080" cy="3337560"/>
        </p:xfrm>
        <a:graphic>
          <a:graphicData uri="http://schemas.openxmlformats.org/drawingml/2006/table">
            <a:tbl>
              <a:tblPr/>
              <a:tblGrid>
                <a:gridCol w="1042416"/>
                <a:gridCol w="1042416"/>
                <a:gridCol w="1042416"/>
                <a:gridCol w="1042416"/>
                <a:gridCol w="1042416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Bits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Method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Collision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Unique Ratio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Row Cosine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0.6314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0.6325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w/o Ortho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0.8946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0.2202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0.2084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0.2205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0.8852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w/o Ortho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0.7738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0.3752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0.1898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0.0604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0.9695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w/o Ortho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0.6303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0.5173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0.2113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11480" y="60350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" y="61722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멘트: orthogonal reg.가 있으면 collision이 훨씬 낮음 / 중요한 건 bit 수보다 bit 품질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4. Correlation / Overlap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orthogonal basis가 더 덜 겹침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146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17/24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/home/introai11/.agile/users/hsjung/projects/GVLA-Net/experiments/results/figures/fig1_orthogonality_heatmap_pa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5486400" cy="2286000"/>
          </a:xfrm>
          <a:prstGeom prst="rect">
            <a:avLst/>
          </a:prstGeom>
        </p:spPr>
      </p:pic>
      <p:pic>
        <p:nvPicPr>
          <p:cNvPr id="8" name="Image 1" descr="/home/introai11/.agile/users/hsjung/projects/GVLA-Net/experiments/results/figures/fig4_correlation_sweep_pap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25880"/>
            <a:ext cx="5486400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3886200"/>
            <a:ext cx="1078992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orthogonal 쪽이 unique code rate가 더 높음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 overlap은 거의 0에 가까움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bit가 서로 다른 역할을 한다는 해석과 잘 맞음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411480" y="60350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61722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멘트: 직교성이 실제로 중복을 줄여주고 있다는 걸 보여주고 싶었던 슬라이드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4. Entropy Waterfall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bit가 늘수록 후보군이 빠르게 줄어듦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146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18/24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/home/introai11/.agile/users/hsjung/projects/GVLA-Net/experiments/results/figures/fig_entropy_waterfall_measur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5669280" cy="3246120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25880"/>
          <a:ext cx="5212080" cy="3337560"/>
        </p:xfrm>
        <a:graphic>
          <a:graphicData uri="http://schemas.openxmlformats.org/drawingml/2006/table">
            <a:tbl>
              <a:tblPr/>
              <a:tblGrid>
                <a:gridCol w="1303020"/>
                <a:gridCol w="1303020"/>
                <a:gridCol w="1303020"/>
                <a:gridCol w="13030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Candidate Count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Entropy(bits)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Peak Prob.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8,388,608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22.10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3.18e-07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65,536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1.53e-05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3.91e-03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6.25e-02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11480" y="60350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" y="61722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멘트: GVLA가 어떻게 후보를 줄여 가는지 가장 직관적으로 보여주는 figure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5. Tracking / Control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이게 실제 control 쪽에서도 의미가 있을까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146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19/24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17320"/>
            <a:ext cx="10972800" cy="4023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배경: head benchmark만으로는 practical relevance가 약함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세팅: 131,072 / 524,288 / 1,048,576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GVLA controller vs dense controller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 / FPS / final error 비교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60350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1722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멘트: 속도만 빠르다고 끝이 아니니까 control 관점에서도 한 번 보자는 실험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5. Tracking Result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space가 커질수록 control 쪽 차이도 보이기 시작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146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20/24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/home/introai11/.agile/users/hsjung/projects/GVLA-Net/experiments/results/figures/fig_tracking_scal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5669280" cy="3246120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25880"/>
          <a:ext cx="5212080" cy="3337560"/>
        </p:xfrm>
        <a:graphic>
          <a:graphicData uri="http://schemas.openxmlformats.org/drawingml/2006/table">
            <a:tbl>
              <a:tblPr/>
              <a:tblGrid>
                <a:gridCol w="1042416"/>
                <a:gridCol w="1042416"/>
                <a:gridCol w="1042416"/>
                <a:gridCol w="1042416"/>
                <a:gridCol w="1042416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Action Space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Ctrl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Latency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FPS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Final Error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131,072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GVLA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1.492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670.36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0.0278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131,072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Dense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1119.22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0.0377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524,288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GVLA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1.672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598.00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0.0417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524,288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Dense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3.548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281.88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0.0376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1,048,576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GVLA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1.632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612.61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0.0277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1,048,576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Dense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6.847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146.06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0.0376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11480" y="60350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" y="61722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멘트: 131k에서는 dense가 더 빠르지만 GVLA error가 더 낮음 / 524k와 1M에서는 GVLA가 latency / FPS에서도 우세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지금까지 결과를 한 문장으로 묶으면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action regime에서 action inference 구조를 다시 볼 필요가 있음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146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21/24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17320"/>
            <a:ext cx="10972800" cy="4023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action scoring은 큰 action space에서 무거워짐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GVLA는 질문 기반 routing으로 구조를 바꿔보려 함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 결과는 이 차이가 커질 수 있음을 보여줌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ablation은 orthogonality가 핵심임을 보여줌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 / transplant는 응용성과 범용성을 뒷받침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60350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1722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멘트: large action space에서는 action inference 구조 자체를 다시 볼 필요가 있음 / GVLA는 그 한 가지 꽤 강한 후보가 될 수 있다는 점을 말하고 싶음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 연구에서 새롭게 제안하는 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/ structure / evidence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146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22/24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17320"/>
            <a:ext cx="10972800" cy="4023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O(N) action scoring 대신 orthogonal O(log N) routing 관점 제안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learnable orthogonal projection layer 제안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 / ablation / entropy / tracking / transplant 실험으로 다각도 검증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speedup 숫자만이 아니라 내부 메커니즘도 같이 설명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60350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1722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멘트: 아이디어와 수식, 그리고 실험 해석이 같이 묶여 있다는 점이 강점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논문으로 쓰면 이런 구조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메시지도 비교적 깔끔하게 정리 가능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146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23/24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17320"/>
            <a:ext cx="10972800" cy="4023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Introduction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Related Work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Method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Why log2(N) / Why Orthogonality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Experiments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Discussion / Limitation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Conclusion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60350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1722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멘트: 문제 제기, 이론적 동기, 방법, 실험, 해석으로 무리 없이 이어짐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마지막으로 하고 싶은 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이건 단순한 head speedup 얘기만은 아님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1463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24/24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11338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17320"/>
            <a:ext cx="10972800" cy="4023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inference를 다른 방식으로 볼 수 있는가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action regime에서 routing 구조를 바꿀 가치가 있는가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결과들은 그 가능성을 꽤 강하게 보여주는 편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60350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17220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멘트: GVLA의 포인트는 더 빠른 head 하나를 만드는 것만은 아님 / action inference를 dense comparison 말고 다른 방식으로 짤 수 있는지 보여보자는 데 있음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GVLA-Net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GVLA Professor Proposal</dc:title>
  <dc:subject>Professor proposal deck</dc:subject>
  <dc:creator>OpenAI Codex</dc:creator>
  <cp:lastModifiedBy>OpenAI Codex</cp:lastModifiedBy>
  <cp:revision>1</cp:revision>
  <dcterms:created xsi:type="dcterms:W3CDTF">2026-04-27T06:23:27Z</dcterms:created>
  <dcterms:modified xsi:type="dcterms:W3CDTF">2026-04-27T06:23:27Z</dcterms:modified>
</cp:coreProperties>
</file>